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Hasil Konversi - SmartDoc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Ini adalah simulasi hasil konversi.</a:t>
            </a:r>
          </a:p>
          <a:p>
            <a:r>
              <a:t>Dokumen ini 100% valid dan bisa dibuka.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